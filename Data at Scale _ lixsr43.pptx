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Slab"/>
      <p:regular r:id="rId21"/>
      <p:bold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lab-bold.fntdata"/><Relationship Id="rId21" Type="http://schemas.openxmlformats.org/officeDocument/2006/relationships/font" Target="fonts/RobotoSlab-regular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69adfa4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69adfa4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69adfa45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69adfa45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69adfa45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69adfa45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69adfa45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69adfa45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69adfa45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69adfa45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69adfa45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69adfa45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69adfa45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69adfa45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69adfa45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69adfa45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69adfa45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69adfa45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69adfa45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69adfa45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69adfa45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69adfa45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769adfa45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769adfa45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69adfa45b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69adfa45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69adfa45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69adfa45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on KPIs 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FoodCorp Stores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Food Corp stores in the UK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Nottingham 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London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London, Forest Road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Birmingham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Food Corp stores in the UK and their sizes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Nottingham (42)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London (38)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London, Forest Road (36)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Birmingham (29)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 KPIs</a:t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Average Transaction Value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matrix will help us </a:t>
            </a:r>
            <a:r>
              <a:rPr lang="en">
                <a:solidFill>
                  <a:srgbClr val="FFFFFF"/>
                </a:solidFill>
              </a:rPr>
              <a:t>understand</a:t>
            </a:r>
            <a:r>
              <a:rPr lang="en">
                <a:solidFill>
                  <a:srgbClr val="FFFFFF"/>
                </a:solidFill>
              </a:rPr>
              <a:t> the spending nature of the customers in each store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Higher value would mean that either the customer is spending too much or buying stuff in more quantity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can give us great actionable insights to improve pricing, sales tactics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6182" y="0"/>
            <a:ext cx="485163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Active Customers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will also help us </a:t>
            </a:r>
            <a:r>
              <a:rPr lang="en">
                <a:solidFill>
                  <a:srgbClr val="FFFFFF"/>
                </a:solidFill>
              </a:rPr>
              <a:t>understand</a:t>
            </a:r>
            <a:r>
              <a:rPr lang="en">
                <a:solidFill>
                  <a:srgbClr val="FFFFFF"/>
                </a:solidFill>
              </a:rPr>
              <a:t> the customer traffic for each store in two years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will help us measure marketing and </a:t>
            </a:r>
            <a:r>
              <a:rPr lang="en">
                <a:solidFill>
                  <a:srgbClr val="FFFFFF"/>
                </a:solidFill>
              </a:rPr>
              <a:t>advertising</a:t>
            </a:r>
            <a:r>
              <a:rPr lang="en">
                <a:solidFill>
                  <a:srgbClr val="FFFFFF"/>
                </a:solidFill>
              </a:rPr>
              <a:t> effort we put in each store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also determines the success of prior marketing/ promotional efforts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498" y="0"/>
            <a:ext cx="458100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Engagement KPIs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New Customers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Matrix will help us understand how each of our store is managing to attract new customers, each month, for 2 years.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gives us a measure of how many people are attracted to our value proposition. (eg: Prices, discounts, products, value for money)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500" y="-39637"/>
            <a:ext cx="7097000" cy="52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Repeat Customers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Matrix helps us to understand consumer </a:t>
            </a:r>
            <a:r>
              <a:rPr lang="en">
                <a:solidFill>
                  <a:srgbClr val="FFFFFF"/>
                </a:solidFill>
              </a:rPr>
              <a:t>reliance</a:t>
            </a:r>
            <a:r>
              <a:rPr lang="en">
                <a:solidFill>
                  <a:srgbClr val="FFFFFF"/>
                </a:solidFill>
              </a:rPr>
              <a:t> or loyalty to the store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measure can help us track back, the value prop that got these customers back to us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613" y="0"/>
            <a:ext cx="68827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Customer Retention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Matrix will give us an understanding of how many customers return to our stores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This index is a </a:t>
            </a:r>
            <a:r>
              <a:rPr lang="en">
                <a:solidFill>
                  <a:srgbClr val="FFFFFF"/>
                </a:solidFill>
              </a:rPr>
              <a:t>great</a:t>
            </a:r>
            <a:r>
              <a:rPr lang="en">
                <a:solidFill>
                  <a:srgbClr val="FFFFFF"/>
                </a:solidFill>
              </a:rPr>
              <a:t> way to gauge customer service and product performance.  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AutoNum type="arabicPeriod"/>
            </a:pPr>
            <a:r>
              <a:rPr lang="en">
                <a:solidFill>
                  <a:srgbClr val="FFFFFF"/>
                </a:solidFill>
              </a:rPr>
              <a:t>Customer retention is important, because the cost of retaining i</a:t>
            </a:r>
            <a:r>
              <a:rPr lang="en">
                <a:solidFill>
                  <a:srgbClr val="FFFFFF"/>
                </a:solidFill>
              </a:rPr>
              <a:t>s lesser than the cost of acquiring 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575" y="0"/>
            <a:ext cx="4824851" cy="24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9575" y="2409100"/>
            <a:ext cx="4824851" cy="28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